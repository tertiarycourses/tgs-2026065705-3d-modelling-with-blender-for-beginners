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Interpret a fish brief, budget polygons and build a blockout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K1–K2 · A1–A2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2 · Interpret a fish brief, budget polygons and build a blockout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2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Interpret a fish brief, budget polygons and build a blockout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client needs a recognisable goldfish prototype for a lightweight interactive scene.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brief, scorecard and editable goldfish blockout within the stated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K1–K2 · A1–A2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Translate the brief into criteria, allocate a polygon budget and create a modifier-led blockout.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2 · Interpret a fish brief, budget polygons and build a blockout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2 · Interpret a fish brief, budget polygons and build a blockout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2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Brief contains measurable requirements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Budget definition and allocation are explicit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Blockout silhouette matches the concept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Modifier workflow remains editable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Recorded count is within target or has a justified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Creative brief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Polygon allocation table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Three key views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Modifier stack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Viewport statistics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2 · Interpret a fish brief, budget polygons and build a blockout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