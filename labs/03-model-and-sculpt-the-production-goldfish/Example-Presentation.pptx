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B8E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Model and sculpt the production goldfish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K3–K4 · A3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009B8E"/>
                </a:solidFill>
                <a:latin typeface="Arial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3 · Model and sculpt the production goldfish · TGS-2022015368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transition spd="fast">
    <p:push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LAB 3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Model and sculpt the production goldfish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The approved blockout needs clearer anatomy and controlled detail without losing its low-cost 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recognisable goldfish model with intentional form, topology and saved milestones.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K3–K4 · A3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Develop primary and secondary forms with suitable Edit Mode and sculpting tools.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3 · Model and sculpt the production goldfish · TGS-2022015368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transition spd="fast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SAMPLE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Example evidence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opic-modeling-v11.0.png"/>
          <p:cNvPicPr>
            <a:picLocks noChangeAspect="1"/>
          </p:cNvPicPr>
          <p:nvPr/>
        </p:nvPicPr>
        <p:blipFill>
          <a:blip r:embed="rId2"/>
          <a:srcRect l="1494" r="1494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Replace this concept visual with your own Blender screenshot or render. Keep the camera, version and acceptance result visible in the slide notes or caption.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3 · Model and sculpt the production goldfish · TGS-2022015368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3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Primary and secondary forms are readable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Symmetry is intentional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Detail level matches the stage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Topology plan supports later animation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Milestone files and metrics are preserved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Landmark view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Sculpting before/after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Wireframe view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Polygon statistics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Decision explanation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3 · Model and sculpt the production goldfish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transition spd="fast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