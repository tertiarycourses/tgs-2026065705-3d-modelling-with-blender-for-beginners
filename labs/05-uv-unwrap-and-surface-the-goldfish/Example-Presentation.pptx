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B8E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UV unwrap and surface the goldfish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K6–K7 · A5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009B8E"/>
                </a:solidFill>
                <a:latin typeface="Arial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5 · UV unwrap and surface the goldfish · TGS-2022015368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transition spd="fast">
    <p:push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LAB 5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UV unwrap and surface the goldfish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The approved mesh needs a stable PBR material for close review and animation.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surfaced fish with validated UV layout, material channels and texture dependencies.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K6–K7 · A5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Create controlled UVs, textures and a Principled BSDF material that remains readable under neutral light.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5 · UV unwrap and surface the goldfish · TGS-2022015368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transition spd="fast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SAMPLE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Example evidence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opic-materials-v11.0.png"/>
          <p:cNvPicPr>
            <a:picLocks noChangeAspect="1"/>
          </p:cNvPicPr>
          <p:nvPr/>
        </p:nvPicPr>
        <p:blipFill>
          <a:blip r:embed="rId2"/>
          <a:srcRect l="1494" r="1494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Replace this concept visual with your own Blender screenshot or render. Keep the camera, version and acceptance result visible in the slide notes or caption.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5 · UV unwrap and surface the goldfish · TGS-2022015368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5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UVs have no unintended overlaps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Checker distortion is controlled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Material channels use correct colour spaces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Surface reads under neutral lighting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Texture dependencies are included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UV layout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Checker test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Shader node graph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Neutral render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Dependency inventory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5 · UV unwrap and surface the goldfish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transition spd="fast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