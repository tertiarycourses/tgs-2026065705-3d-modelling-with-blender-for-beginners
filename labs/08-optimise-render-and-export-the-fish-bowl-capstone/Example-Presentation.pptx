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Optimise, render and export the fish-bowl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K8–K9 · A7–A8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8 · Optimise, render and export the fish-bowl capstone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8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Optimise, render and export the fish-bowl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approved animated fish must be packaged for a lightweight viewer and handed off with verification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release package containing editable source, GLB/FBX export, preview and validation manifest.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K8–K9 · A7–A8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Optimise the full scene, render final evidence, export the intended asset and validate the package by round trip.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8 · Optimise, render and export the fish-bowl capstone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optimization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8 · Optimise, render and export the fish-bowl capstone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8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source remains editable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Geometry and performance targets are met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renders use verified settings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Clean round-trip import passes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Manifest and package contain all dependencies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Before/after statistics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Neutral and final renders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Export settings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Clean re-import checks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Release manifest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8 · Optimise, render and export the fish-bowl capstone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