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Repair topology, normals and deformation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K4, K7 · 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4 · Repair topology, normals and deformation zones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4 · INTERMEDIATE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Repair topology, normals and deformation zones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A review finds shading defects, dense areas and weak edge flow around the tail.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repaired, review-ready mesh with a defect log and before/after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K4, K7 · A4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Diagnose and repair the supplied mesh, then prove the revised prototype meets its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4 · Repair topology, normals and deformation zones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4 · Repair topology, normals and deformation zones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4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 unintended non-manifold geometry remains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Normals face outward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Silhouette remains approved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Tail deformation holds volume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Defect log links each issue to evidence and result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Baseline wireframe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Face-orientation view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Defect log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Deformation test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Final statistics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4 · Repair topology, normals and deformation zones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