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Rig and animate a looping swim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K5–K6 · A5–A6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6 · Rig and animate a looping swim cycle · TGS-2022015368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transition spd="fast">
    <p:push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6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Rig and animate a looping swim 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The surfaced fish must perform a short, readable swim cycle for stakeholder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rigged fish with a looped swim animation and deformation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K5–K6 · A5–A6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Build a simple armature, validate deformation and animate a clean loop using controlled curves.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6 · Rig and animate a looping swim cycle · TGS-2022015368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SAMPLE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Example evidence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pic-animation-v11.0.png"/>
          <p:cNvPicPr>
            <a:picLocks noChangeAspect="1"/>
          </p:cNvPicPr>
          <p:nvPr/>
        </p:nvPicPr>
        <p:blipFill>
          <a:blip r:embed="rId2"/>
          <a:srcRect l="1494" r="1494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Replace this concept visual with your own Blender screenshot or render. Keep the camera, version and acceptance result visible in the slide notes or caption.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6 · Rig and animate a looping swim cycle · TGS-2022015368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6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Rig hierarchy and bones are named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Extreme poses hold volume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No unintended vertices move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Animation loop is seamless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Timing and interpolation match the brief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Armature hierarchy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Weight-paint view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Extreme-pose test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F-curve view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Loop playback or frame comparison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6 · Rig and animate a looping swim cycle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