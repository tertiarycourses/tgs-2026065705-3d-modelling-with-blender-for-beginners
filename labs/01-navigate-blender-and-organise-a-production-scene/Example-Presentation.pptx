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Navigate Blender and organise a production scene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K2 · A1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1 · Navigate Blender and organise a production scene · TGS-2022015368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LAB 1 ·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Navigate Blender and organise a production scene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You are onboarding to a small studio and must turn an unfamiliar Blender file into a controlled working scene.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named, organised scene with a short evidence presentation.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K2 · 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Navigate the interface, distinguish Object and Edit modes, organise objects and preserve a clean baseline.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1 · Navigate Blender and organise a production scene · TGS-2022015368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-modeling-v11.0.png"/>
          <p:cNvPicPr>
            <a:picLocks noChangeAspect="1"/>
          </p:cNvPicPr>
          <p:nvPr/>
        </p:nvPicPr>
        <p:blipFill>
          <a:blip r:embed="rId2"/>
          <a:srcRect l="1494" r="1494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1 · Navigate Blender and organise a production scene · TGS-2022015368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Lab 1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Required editors and modes are correctly identified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Objects and collections use meaningful names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Transforms are intentional and recorded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Original starter remains unchanged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Saved file reopens without missing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Interface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Perspective and orthographic comparison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Outliner hierarchy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Transform panel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Saved-version confirmation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Lab 1 · Navigate Blender and organise a production scene · TGS-2022015368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Pte. Ltd.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