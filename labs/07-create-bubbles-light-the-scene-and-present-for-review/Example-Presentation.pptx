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565392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87782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B8E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9052560" cy="1463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Create bubbles, light the scene and present for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749039"/>
            <a:ext cx="896112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D8E0EA"/>
                </a:solidFill>
                <a:latin typeface="Arial"/>
              </a:rPr>
              <a:t>K8 · A6–A7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777240"/>
            <a:ext cx="18288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400" b="1">
                <a:solidFill>
                  <a:srgbClr val="009B8E"/>
                </a:solidFill>
                <a:latin typeface="Arial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Lab 7 · Create bubbles, light the scene and present for review · TGS-2022015368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</a:t>
            </a:r>
          </a:p>
        </p:txBody>
      </p:sp>
    </p:spTree>
  </p:cSld>
  <p:transition spd="fast">
    <p:push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LAB 7 ·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Create bubbles, light the scene and present for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417320" cy="420624"/>
          </a:xfrm>
          <a:prstGeom prst="round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676656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82230"/>
                </a:solidFill>
                <a:latin typeface="Arial"/>
              </a:rPr>
              <a:t>Stakeholders need a short aquarium presentation that keeps the fish readable and demonstrates controlled secondary motion.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85032"/>
            <a:ext cx="6766560" cy="19202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6263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62636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A review scene with bubbles, three-point lighting and a decision-ready presentation.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755648"/>
            <a:ext cx="3758184" cy="3849624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23744"/>
            <a:ext cx="31546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K8 · A6–A7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410712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840480"/>
            <a:ext cx="315468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Add a lightweight bubble/force effect, build purposeful lighting and present a review decision.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Lab 7 · Create bubbles, light the scene and present for review · TGS-2022015368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</p:cSld>
  <p:transition spd="fast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SAMPLE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Example evidence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26496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opic-animation-v11.0.png"/>
          <p:cNvPicPr>
            <a:picLocks noChangeAspect="1"/>
          </p:cNvPicPr>
          <p:nvPr/>
        </p:nvPicPr>
        <p:blipFill>
          <a:blip r:embed="rId2"/>
          <a:srcRect l="1494" r="1494"/>
          <a:stretch>
            <a:fillRect/>
          </a:stretch>
        </p:blipFill>
        <p:spPr>
          <a:xfrm>
            <a:off x="822960" y="1874519"/>
            <a:ext cx="6903720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82712" y="2121408"/>
            <a:ext cx="3154680" cy="2697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Replace this concept visual with your own Blender screenshot or render. Keep the camera, version and acceptance result visible in the slide notes or caption.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5093208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878"/>
                </a:solidFill>
                <a:latin typeface="Arial"/>
              </a:rPr>
              <a:t>Concept visual — validate against the editable Blender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Lab 7 · Create bubbles, light the scene and present for review · TGS-2022015368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</a:t>
            </a:r>
          </a:p>
        </p:txBody>
      </p:sp>
    </p:spTree>
  </p:cSld>
  <p:transition spd="fast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VERIFY, DOCUMENT,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Lab 7 — acceptance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4297680"/>
          </a:xfrm>
          <a:prstGeom prst="roundRect">
            <a:avLst/>
          </a:prstGeom>
          <a:solidFill>
            <a:srgbClr val="E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46634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B8E"/>
                </a:solidFill>
                <a:latin typeface="Arial"/>
              </a:rPr>
              <a:t>ACCEPTANCE CHECKS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2642616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Secondary motion supports rather than hides the fish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3264408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227832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Simulation range is reproducible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3886200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849624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Lighting reveals silhouette and material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" y="4507992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471416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Review evidence includes version and metrics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5129784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093208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Feedback and decision are recorded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783080"/>
            <a:ext cx="5285232" cy="4297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57400"/>
            <a:ext cx="47091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04CD9"/>
                </a:solidFill>
                <a:latin typeface="Arial"/>
              </a:rPr>
              <a:t>EVIDENCE TO SUBMIT</a:t>
            </a:r>
          </a:p>
        </p:txBody>
      </p:sp>
      <p:sp>
        <p:nvSpPr>
          <p:cNvPr id="20" name="Oval 19"/>
          <p:cNvSpPr/>
          <p:nvPr/>
        </p:nvSpPr>
        <p:spPr>
          <a:xfrm>
            <a:off x="6483096" y="264261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Particle settings</a:t>
            </a:r>
          </a:p>
        </p:txBody>
      </p:sp>
      <p:sp>
        <p:nvSpPr>
          <p:cNvPr id="22" name="Oval 21"/>
          <p:cNvSpPr/>
          <p:nvPr/>
        </p:nvSpPr>
        <p:spPr>
          <a:xfrm>
            <a:off x="6483096" y="319125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315468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Simulation frame</a:t>
            </a:r>
          </a:p>
        </p:txBody>
      </p:sp>
      <p:sp>
        <p:nvSpPr>
          <p:cNvPr id="24" name="Oval 23"/>
          <p:cNvSpPr/>
          <p:nvPr/>
        </p:nvSpPr>
        <p:spPr>
          <a:xfrm>
            <a:off x="6483096" y="373989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370332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Lighting diagram or view</a:t>
            </a:r>
          </a:p>
        </p:txBody>
      </p:sp>
      <p:sp>
        <p:nvSpPr>
          <p:cNvPr id="26" name="Oval 25"/>
          <p:cNvSpPr/>
          <p:nvPr/>
        </p:nvSpPr>
        <p:spPr>
          <a:xfrm>
            <a:off x="6483096" y="428853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425196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Review slide</a:t>
            </a:r>
          </a:p>
        </p:txBody>
      </p:sp>
      <p:sp>
        <p:nvSpPr>
          <p:cNvPr id="28" name="Oval 27"/>
          <p:cNvSpPr/>
          <p:nvPr/>
        </p:nvSpPr>
        <p:spPr>
          <a:xfrm>
            <a:off x="6483096" y="483717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480060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Decision log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Lab 7 · Create bubbles, light the scene and present for review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</p:cSld>
  <p:transition spd="fast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